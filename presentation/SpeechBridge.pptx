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SpeechBridge는 대화를 번역하고 기록·요약·할 일로 이어주는 앱입니다. Android와 iOS에서 사용할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언어를 선택하고 마이크로 녹음한 뒤 번역합니다. 한국어·영어·일본어를 지원합니다. 새 번역은 자동으로 읽어줍니다. 자동 읽기는 설정에서 끌 수 있습니다. 오른쪽 화면은 직접 입력한 문장의 번역 결과입니다.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대화는 자동으로 저장됩니다. 대화가 끝나면 AI가 제목을 붙이고 분류와 요약을 정리합니다. 이후에는 사용자가 직접 수정합니다. 일상·업무·업무 폴더로 기록을 찾을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대화에서 찾은 할 일 후보는 원문을 확인한 뒤 등록하고 완료합니다. 할 일에서 원래 기록으로 돌아갈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Nemotron은 음성 인식, TranslateGemma는 번역, Gemma 4는 기록 정리, Qwen3-TTS는 번역문 음성 합성을 담당합니다.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앱에서 보낸 회원 요청은 Mac 서버가 처리합니다. 사용자 데이터는 PostgreSQL에 저장합니다. 연결이 끊기면 변경 내용을 기기에 암호화해 잠시 보관했다가 다시 연결될 때 전송합니다.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Demo.command를 실행해 시연을 준비합니다. 보조 키보드로 “please prepare demo slides by friday”를 입력해 번역을 보여주고 대화를 종료해 요약을 확인한 뒤 할 일 근거를 검토합니다. 화면에 나온 내용은 시연용 가상 데이터입니다. 실제 휴대전화·마이크·청취 검증은 보류 중이라 이번에는 텍스트를 입력해 시연합니다.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40080" y="1353312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대화에서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일까지.</a:t>
            </a:r>
            <a:endParaRPr lang="en-US" sz="5200" dirty="0"/>
          </a:p>
        </p:txBody>
      </p:sp>
      <p:sp>
        <p:nvSpPr>
          <p:cNvPr id="6" name="Text 3"/>
          <p:cNvSpPr/>
          <p:nvPr/>
        </p:nvSpPr>
        <p:spPr>
          <a:xfrm>
            <a:off x="685800" y="3429000"/>
            <a:ext cx="6583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4389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  ·  기록  ·  요약  ·  할 일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713232" y="583387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1800" dirty="0"/>
          </a:p>
        </p:txBody>
      </p:sp>
      <p:pic>
        <p:nvPicPr>
          <p:cNvPr id="9" name="Image 0" descr="/Users/molla/UC/4-2/AI/middle_test/SpeechBridge/presentation/assets/talk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458200" y="411480"/>
            <a:ext cx="294894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입력·번역·읽어주기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translation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8321040" y="914400"/>
            <a:ext cx="2697480" cy="5394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800" y="196596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중심 입력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685800" y="288036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한국어 · 영어 · 일본어</a:t>
            </a:r>
            <a:endParaRPr lang="en-US" sz="2900" dirty="0"/>
          </a:p>
        </p:txBody>
      </p:sp>
      <p:sp>
        <p:nvSpPr>
          <p:cNvPr id="9" name="Text 5"/>
          <p:cNvSpPr/>
          <p:nvPr/>
        </p:nvSpPr>
        <p:spPr>
          <a:xfrm>
            <a:off x="685800" y="41148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새 번역 자동 읽기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85800" y="480060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설정에서 끄기 · 수동 듣기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기록과 요약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history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737360"/>
            <a:ext cx="2263140" cy="452628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summary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154680" y="1737360"/>
            <a:ext cx="2263140" cy="452628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98932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저장 · 종료 후 요약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5989320" y="33832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일상 / 업무 / 업무 폴더</a:t>
            </a:r>
            <a:endParaRPr lang="en-US" sz="2700" dirty="0"/>
          </a:p>
        </p:txBody>
      </p:sp>
      <p:sp>
        <p:nvSpPr>
          <p:cNvPr id="10" name="Text 5"/>
          <p:cNvSpPr/>
          <p:nvPr/>
        </p:nvSpPr>
        <p:spPr>
          <a:xfrm>
            <a:off x="5989320" y="46634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이후 편집은 직접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관리와 원문 확인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</a:t>
            </a:r>
            <a:endParaRPr lang="en-US" sz="1000" dirty="0"/>
          </a:p>
        </p:txBody>
      </p:sp>
      <p:pic>
        <p:nvPicPr>
          <p:cNvPr id="6" name="Image 0" descr="/Users/molla/UC/4-2/AI/middle_test/SpeechBridge/presentation/assets/evidence.png">    </p:cNvPr>
          <p:cNvPicPr>
            <a:picLocks noChangeAspect="1"/>
          </p:cNvPicPr>
          <p:nvPr/>
        </p:nvPicPr>
        <p:blipFill>
          <a:blip r:embed="rId1"/>
          <a:srcRect l="0" r="0" t="6173" b="0"/>
          <a:stretch/>
        </p:blipFill>
        <p:spPr>
          <a:xfrm>
            <a:off x="640080" y="1691640"/>
            <a:ext cx="2286000" cy="4572000"/>
          </a:xfrm>
          <a:prstGeom prst="rect">
            <a:avLst/>
          </a:prstGeom>
        </p:spPr>
      </p:pic>
      <p:pic>
        <p:nvPicPr>
          <p:cNvPr id="7" name="Image 1" descr="/Users/molla/UC/4-2/AI/middle_test/SpeechBridge/presentation/assets/tasks.png">    </p:cNvPr>
          <p:cNvPicPr>
            <a:picLocks noChangeAspect="1"/>
          </p:cNvPicPr>
          <p:nvPr/>
        </p:nvPicPr>
        <p:blipFill>
          <a:blip r:embed="rId2"/>
          <a:srcRect l="0" r="0" t="6173" b="0"/>
          <a:stretch/>
        </p:blipFill>
        <p:spPr>
          <a:xfrm>
            <a:off x="3200400" y="1691640"/>
            <a:ext cx="2286000" cy="45720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035040" y="21945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원문 근거 확인</a:t>
            </a:r>
            <a:endParaRPr lang="en-US" sz="2400" dirty="0"/>
          </a:p>
        </p:txBody>
      </p:sp>
      <p:sp>
        <p:nvSpPr>
          <p:cNvPr id="9" name="Text 4"/>
          <p:cNvSpPr/>
          <p:nvPr/>
        </p:nvSpPr>
        <p:spPr>
          <a:xfrm>
            <a:off x="6035040" y="34747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검토 → 등록 → 완료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6035040" y="475488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일과 대화 기록 연결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모델별 역할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32688" y="1865376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Nemotron 3.5 ASR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504688" y="1865376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음성 인식 · 언어 감지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944368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TranslateGemma</a:t>
            </a:r>
            <a:endParaRPr lang="en-US" sz="2700" dirty="0"/>
          </a:p>
        </p:txBody>
      </p:sp>
      <p:sp>
        <p:nvSpPr>
          <p:cNvPr id="11" name="Text 8"/>
          <p:cNvSpPr/>
          <p:nvPr/>
        </p:nvSpPr>
        <p:spPr>
          <a:xfrm>
            <a:off x="5504688" y="2944368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대화 번역</a:t>
            </a:r>
            <a:endParaRPr lang="en-US" sz="2500" dirty="0"/>
          </a:p>
        </p:txBody>
      </p:sp>
      <p:sp>
        <p:nvSpPr>
          <p:cNvPr id="12" name="Shape 9"/>
          <p:cNvSpPr/>
          <p:nvPr/>
        </p:nvSpPr>
        <p:spPr>
          <a:xfrm>
            <a:off x="640080" y="3849624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4023360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Gemma 4</a:t>
            </a:r>
            <a:endParaRPr lang="en-US" sz="2700" dirty="0"/>
          </a:p>
        </p:txBody>
      </p:sp>
      <p:sp>
        <p:nvSpPr>
          <p:cNvPr id="14" name="Text 11"/>
          <p:cNvSpPr/>
          <p:nvPr/>
        </p:nvSpPr>
        <p:spPr>
          <a:xfrm>
            <a:off x="5504688" y="4023360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제목 · 분류 · 요약 · 할 일 추출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640080" y="4928616"/>
            <a:ext cx="10881360" cy="896112"/>
          </a:xfrm>
          <a:prstGeom prst="roundRect">
            <a:avLst>
              <a:gd name="adj" fmla="val 20408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32688" y="5102352"/>
            <a:ext cx="4297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Qwen3-TTS</a:t>
            </a:r>
            <a:endParaRPr lang="en-US" sz="2700" dirty="0"/>
          </a:p>
        </p:txBody>
      </p:sp>
      <p:sp>
        <p:nvSpPr>
          <p:cNvPr id="17" name="Text 14"/>
          <p:cNvSpPr/>
          <p:nvPr/>
        </p:nvSpPr>
        <p:spPr>
          <a:xfrm>
            <a:off x="5504688" y="5102352"/>
            <a:ext cx="5623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번역문 음성 합성</a:t>
            </a:r>
            <a:endParaRPr lang="en-US" sz="2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앱은 휴대전화에서, AI는 Mac에서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3346704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77824" y="2624328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모바일 앱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877824" y="34747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Android · iOS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4023360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700" dirty="0"/>
          </a:p>
        </p:txBody>
      </p:sp>
      <p:sp>
        <p:nvSpPr>
          <p:cNvPr id="10" name="Shape 7"/>
          <p:cNvSpPr/>
          <p:nvPr/>
        </p:nvSpPr>
        <p:spPr>
          <a:xfrm>
            <a:off x="4416552" y="2194560"/>
            <a:ext cx="3346704" cy="2103120"/>
          </a:xfrm>
          <a:prstGeom prst="roundRect">
            <a:avLst>
              <a:gd name="adj" fmla="val 8696"/>
            </a:avLst>
          </a:prstGeom>
          <a:solidFill>
            <a:srgbClr val="DFE5FF"/>
          </a:solidFill>
          <a:ln w="12700">
            <a:solidFill>
              <a:srgbClr val="DFE5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54296" y="2624328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Mac 서버</a:t>
            </a:r>
            <a:endParaRPr lang="en-US" sz="2900" dirty="0"/>
          </a:p>
        </p:txBody>
      </p:sp>
      <p:sp>
        <p:nvSpPr>
          <p:cNvPr id="12" name="Text 9"/>
          <p:cNvSpPr/>
          <p:nvPr/>
        </p:nvSpPr>
        <p:spPr>
          <a:xfrm>
            <a:off x="4654296" y="34747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회원 인증 · AI 처리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799832" y="2990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700" dirty="0"/>
          </a:p>
        </p:txBody>
      </p:sp>
      <p:sp>
        <p:nvSpPr>
          <p:cNvPr id="14" name="Shape 11"/>
          <p:cNvSpPr/>
          <p:nvPr/>
        </p:nvSpPr>
        <p:spPr>
          <a:xfrm>
            <a:off x="8193024" y="2194560"/>
            <a:ext cx="3346704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30768" y="2624328"/>
            <a:ext cx="28712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PostgreSQL</a:t>
            </a:r>
            <a:endParaRPr lang="en-US" sz="2900" dirty="0"/>
          </a:p>
        </p:txBody>
      </p:sp>
      <p:sp>
        <p:nvSpPr>
          <p:cNvPr id="16" name="Text 13"/>
          <p:cNvSpPr/>
          <p:nvPr/>
        </p:nvSpPr>
        <p:spPr>
          <a:xfrm>
            <a:off x="8430768" y="3474720"/>
            <a:ext cx="28712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계정별 기록 저장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연결이 복구되면 자동 동기화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94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SpeechBridge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0408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직접 사용해 보기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1155680" y="651967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31520" y="1920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5394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“please prepare demo slides by friday”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73152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0584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번역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52628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0060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80060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기록·요약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8321040" y="3291840"/>
            <a:ext cx="33832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595360" y="3520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8595360" y="40690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93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31520" y="6217920"/>
            <a:ext cx="10515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26B8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텍스트 입력으로 시연 · 실기기·마이크·청취 검증은 보류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 SD Gothic Ne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 SD Gothic Ne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SpeechBridge — 번역에서 할 일까지</dc:title>
  <dc:subject>학교 과제 · 앱 소개와 시연</dc:subject>
  <dc:creator>SpeechBridge</dc:creator>
  <cp:lastModifiedBy>SpeechBridge</cp:lastModifiedBy>
  <cp:revision>1</cp:revision>
  <dcterms:created xsi:type="dcterms:W3CDTF">2026-10-19T02:36:08Z</dcterms:created>
  <dcterms:modified xsi:type="dcterms:W3CDTF">2026-10-19T02:36:08Z</dcterms:modified>
</cp:coreProperties>
</file>