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모바일 앱 · HTTP API · SpeechBridge MacBook 서버(Node.js) · 로컬 AI ·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2240280" cy="178308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4069080"/>
            <a:ext cx="2240280" cy="178308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22677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04672" y="28895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804672" y="4517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 · 할 일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04672" y="5138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 · 수정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3319272" y="1828800"/>
            <a:ext cx="2377440" cy="1783080"/>
          </a:xfrm>
          <a:prstGeom prst="roundRect">
            <a:avLst>
              <a:gd name="adj" fmla="val 10256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9272" y="4069080"/>
            <a:ext cx="2377440" cy="1783080"/>
          </a:xfrm>
          <a:prstGeom prst="roundRect">
            <a:avLst>
              <a:gd name="adj" fmla="val 10256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9584" y="212140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529584" y="2770632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번역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합성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3529584" y="436168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3529584" y="5010912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· 동기화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추출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6318504" y="1828800"/>
            <a:ext cx="2432304" cy="4023360"/>
          </a:xfrm>
          <a:prstGeom prst="roundRect">
            <a:avLst>
              <a:gd name="adj" fmla="val 7519"/>
            </a:avLst>
          </a:prstGeom>
          <a:solidFill>
            <a:srgbClr val="405394"/>
          </a:solidFill>
          <a:ln w="12700">
            <a:solidFill>
              <a:srgbClr val="405394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10528" y="2276856"/>
            <a:ext cx="2048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510528" y="2862072"/>
            <a:ext cx="204825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서버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6510528" y="3712464"/>
            <a:ext cx="204825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MacBook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556248" y="4553712"/>
            <a:ext cx="1956816" cy="877824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0" descr="nodej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762816"/>
            <a:ext cx="1536192" cy="45961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445752" y="141732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MacBook 내부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354312" y="1828800"/>
            <a:ext cx="2249424" cy="178308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546336" y="203911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로컬 AI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9546336" y="268833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Ollama API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NeMo-Speech.cpp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MLX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9354312" y="4069080"/>
            <a:ext cx="2249424" cy="178308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1" descr="postgresq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1453" y="4334256"/>
            <a:ext cx="975141" cy="10058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546336" y="5422392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31" name="Shape 26"/>
          <p:cNvSpPr/>
          <p:nvPr/>
        </p:nvSpPr>
        <p:spPr>
          <a:xfrm>
            <a:off x="2862072" y="2724912"/>
            <a:ext cx="429768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5724144" y="2724912"/>
            <a:ext cx="566928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8778240" y="2724912"/>
            <a:ext cx="548640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4" name="Shape 29"/>
          <p:cNvSpPr/>
          <p:nvPr/>
        </p:nvSpPr>
        <p:spPr>
          <a:xfrm>
            <a:off x="2862072" y="4965192"/>
            <a:ext cx="429768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5724144" y="4965192"/>
            <a:ext cx="566928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6" name="Shape 31"/>
          <p:cNvSpPr/>
          <p:nvPr/>
        </p:nvSpPr>
        <p:spPr>
          <a:xfrm>
            <a:off x="8778240" y="4965192"/>
            <a:ext cx="548640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2026-10-19T02:50:49Z</dcterms:created>
  <dcterms:modified xsi:type="dcterms:W3CDTF">2026-10-19T02:50:49Z</dcterms:modified>
</cp:coreProperties>
</file>