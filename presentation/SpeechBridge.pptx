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SpeechBridge는 대화를 번역하고 기록·요약·할 일로 이어주는 앱입니다. Android와 iOS에서 사용할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언어를 선택하고 마이크로 녹음한 뒤 번역합니다. 한국어·영어·일본어를 지원합니다. 새 번역은 자동으로 읽어줍니다. 자동 읽기는 설정에서 끌 수 있습니다. 오른쪽 화면은 직접 입력한 문장의 번역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대화는 자동으로 저장됩니다. 대화가 끝나면 AI가 제목을 붙이고 분류와 요약을 정리합니다. 이후에는 사용자가 직접 수정합니다. 일상·업무·업무 폴더로 기록을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대화에서 찾은 할 일 후보는 원문을 확인한 뒤 등록하고 완료합니다. 할 일에서 원래 기록으로 돌아갈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Nemotron은 음성 인식, TranslateGemma는 번역, Gemma 4는 기록 정리, Qwen3-TTS는 번역문 음성 합성을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Kotlin Multiplatform · Compose Multiplatform · Ktor / HTTPS · Node.js / Ollama · NeMo-Speech.cpp · Python · MLX / PostgreSQL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Demo.command를 실행해 시연을 준비합니다. 보조 키보드로 “please prepare demo slides by friday”를 입력해 번역을 보여주고 대화를 종료해 요약을 확인한 뒤 할 일 근거를 검토합니다. 화면에 나온 내용은 시연용 가상 데이터입니다. 실제 휴대전화·마이크·청취 검증은 보류 중이라 이번에는 텍스트를 입력해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353312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대화에서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일까지.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4389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 ·  기록  ·  요약  ·  할 일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13232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1800" dirty="0"/>
          </a:p>
        </p:txBody>
      </p:sp>
      <p:pic>
        <p:nvPicPr>
          <p:cNvPr id="9" name="Image 0" descr="/Users/molla/UC/4-2/AI/middle_test/SpeechBridge/presentation/assets/talk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458200" y="411480"/>
            <a:ext cx="294894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입력·번역·읽어주기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translation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321040" y="914400"/>
            <a:ext cx="2697480" cy="5394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965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중심 입력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5800" y="28803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한국어 · 영어 · 일본어</a:t>
            </a:r>
            <a:endParaRPr lang="en-US" sz="2900" dirty="0"/>
          </a:p>
        </p:txBody>
      </p:sp>
      <p:sp>
        <p:nvSpPr>
          <p:cNvPr id="9" name="Text 5"/>
          <p:cNvSpPr/>
          <p:nvPr/>
        </p:nvSpPr>
        <p:spPr>
          <a:xfrm>
            <a:off x="6858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번역 자동 읽기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8580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설정에서 끄기 · 수동 듣기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기록과 요약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history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737360"/>
            <a:ext cx="2263140" cy="452628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summary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154680" y="1737360"/>
            <a:ext cx="2263140" cy="45262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932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저장 · 종료 후 요약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5989320" y="33832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/ 업무 / 업무 폴더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5989320" y="4663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이후 편집은 직접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관리와 원문 확인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evidence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691640"/>
            <a:ext cx="2286000" cy="457200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tasks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200400" y="1691640"/>
            <a:ext cx="2286000" cy="4572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3504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근거 확인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60350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검토 → 등록 → 완료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6035040" y="4754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일과 대화 기록 연결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모델별 역할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8653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Nemotron 3.5 ASR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504688" y="1865376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언어 감지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94436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TranslateGemma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5504688" y="2944368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번역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40080" y="3849624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40233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Gemma 4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5504688" y="4023360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 · 분류 · 요약 · 할 일 추출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40080" y="4928616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510235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Qwen3-TTS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5504688" y="5102352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번역문 음성 합성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아키텍처 · API 흐름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337560" y="1508760"/>
            <a:ext cx="8275320" cy="4800600"/>
          </a:xfrm>
          <a:prstGeom prst="roundRect">
            <a:avLst>
              <a:gd name="adj" fmla="val 3810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11880" y="1691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MacBook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548640" y="2286000"/>
            <a:ext cx="2331720" cy="3300984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kotlin-multiplatfo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04636"/>
            <a:ext cx="1965960" cy="2051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86384" y="34107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786384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Compose Multiplatform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86384" y="44988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Ktor Client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86384" y="5093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Keychain · Keystore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712464" y="2167128"/>
            <a:ext cx="3986784" cy="3867912"/>
          </a:xfrm>
          <a:prstGeom prst="roundRect">
            <a:avLst>
              <a:gd name="adj" fmla="val 472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nodej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2425477"/>
            <a:ext cx="1207008" cy="3611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04104" y="244144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 API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3977640" y="30083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node:http · node:https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3977640" y="3575304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553712" y="35753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/auth/register · /auth/login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3977640" y="3849624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553712" y="38496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/auth/logout · /auth/delete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3977640" y="4123944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53712" y="412394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/auth/me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3977640" y="450799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53712" y="450799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/speech/transcribe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3977640" y="4782312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4553712" y="47823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/speech/synthesize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3977640" y="5166360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4553712" y="51663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/translate · /extract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3977640" y="5440680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4553712" y="54406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/data/snapshot · /data/mutate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3977640" y="5715000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4553712" y="5715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/data/changes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8458200" y="2167128"/>
            <a:ext cx="2816352" cy="1179576"/>
          </a:xfrm>
          <a:prstGeom prst="roundRect">
            <a:avLst>
              <a:gd name="adj" fmla="val 155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695944" y="233172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Ollama</a:t>
            </a:r>
            <a:endParaRPr lang="en-US" sz="2400" dirty="0"/>
          </a:p>
        </p:txBody>
      </p:sp>
      <p:sp>
        <p:nvSpPr>
          <p:cNvPr id="36" name="Text 31"/>
          <p:cNvSpPr/>
          <p:nvPr/>
        </p:nvSpPr>
        <p:spPr>
          <a:xfrm>
            <a:off x="8695944" y="27614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/api/chat</a:t>
            </a:r>
            <a:endParaRPr lang="en-US" sz="2000" dirty="0"/>
          </a:p>
        </p:txBody>
      </p:sp>
      <p:sp>
        <p:nvSpPr>
          <p:cNvPr id="37" name="Shape 32"/>
          <p:cNvSpPr/>
          <p:nvPr/>
        </p:nvSpPr>
        <p:spPr>
          <a:xfrm>
            <a:off x="8458200" y="3621024"/>
            <a:ext cx="2816352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695944" y="381304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NeMo-Speech.cpp</a:t>
            </a:r>
            <a:endParaRPr lang="en-US" sz="1900" dirty="0"/>
          </a:p>
        </p:txBody>
      </p:sp>
      <p:sp>
        <p:nvSpPr>
          <p:cNvPr id="39" name="Text 34"/>
          <p:cNvSpPr/>
          <p:nvPr/>
        </p:nvSpPr>
        <p:spPr>
          <a:xfrm>
            <a:off x="8695944" y="4224528"/>
            <a:ext cx="2340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MLX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8458200" y="4974336"/>
            <a:ext cx="2816352" cy="1060704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2" descr="postgresq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8698" y="5138928"/>
            <a:ext cx="647139" cy="667512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9518904" y="52303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2100" dirty="0"/>
          </a:p>
        </p:txBody>
      </p:sp>
      <p:sp>
        <p:nvSpPr>
          <p:cNvPr id="43" name="Text 37"/>
          <p:cNvSpPr/>
          <p:nvPr/>
        </p:nvSpPr>
        <p:spPr>
          <a:xfrm>
            <a:off x="9518904" y="564184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pg · SQL · RLS</a:t>
            </a:r>
            <a:endParaRPr lang="en-US" sz="1300" dirty="0"/>
          </a:p>
        </p:txBody>
      </p:sp>
      <p:sp>
        <p:nvSpPr>
          <p:cNvPr id="44" name="Shape 38"/>
          <p:cNvSpPr/>
          <p:nvPr/>
        </p:nvSpPr>
        <p:spPr>
          <a:xfrm>
            <a:off x="2889504" y="4142232"/>
            <a:ext cx="786384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45" name="Text 39"/>
          <p:cNvSpPr/>
          <p:nvPr/>
        </p:nvSpPr>
        <p:spPr>
          <a:xfrm>
            <a:off x="2907792" y="353872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HTTPS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2907792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Bearer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7735824" y="2770632"/>
            <a:ext cx="685800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48" name="Text 42"/>
          <p:cNvSpPr/>
          <p:nvPr/>
        </p:nvSpPr>
        <p:spPr>
          <a:xfrm>
            <a:off x="7744968" y="245059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7735824" y="4160520"/>
            <a:ext cx="685800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50" name="Text 44"/>
          <p:cNvSpPr/>
          <p:nvPr/>
        </p:nvSpPr>
        <p:spPr>
          <a:xfrm>
            <a:off x="7744968" y="382219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프로세스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7735824" y="5513832"/>
            <a:ext cx="685800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52" name="Text 46"/>
          <p:cNvSpPr/>
          <p:nvPr/>
        </p:nvSpPr>
        <p:spPr>
          <a:xfrm>
            <a:off x="7744968" y="519379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SQL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사용해 보기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“please prepare demo slides by friday”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3152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52628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0060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기록·요약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32104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3152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입력으로 시연 · 실기기·마이크·청취 검증은 보류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SpeechBridge — 번역에서 할 일까지</dc:title>
  <dc:subject>학교 과제 · 앱 소개와 시연</dc:subject>
  <dc:creator>SpeechBridge</dc:creator>
  <cp:lastModifiedBy>SpeechBridge</cp:lastModifiedBy>
  <cp:revision>1</cp:revision>
  <dcterms:created xsi:type="dcterms:W3CDTF">2026-10-19T02:45:42Z</dcterms:created>
  <dcterms:modified xsi:type="dcterms:W3CDTF">2026-10-19T02:45:42Z</dcterms:modified>
</cp:coreProperties>
</file>