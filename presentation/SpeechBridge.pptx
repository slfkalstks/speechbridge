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SpeechBridge는 대화를 번역하고 기록·요약·할 일로 이어주는 앱입니다. Android와 iOS에서 사용할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마이크 중심 화면에서 언어를 선택하고 녹음 완료 후 번역합니다. 한국어·영어·일본어를 지원합니다. 새 번역은 자동으로 읽으며 설정에서 끌 수 있습니다. 오른쪽은 실제 텍스트 입력으로 얻은 번역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대화는 자동 저장되고 종료 시 AI가 제목·분류·요약을 정리합니다. 이후에는 사용자가 직접 수정합니다. 일상·업무·업무 폴더로 기록을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대화에서 찾은 할 일 후보의 원문 근거를 확인하고 등록·완료합니다. 할 일에서 원래 기록으로 돌아갈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Nemotron은 음성 인식, TranslateGemma는 번역, Gemma 4는 기록 정리, Qwen3-TTS는 번역문 음성 합성을 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앱의 회원 요청을 Mac 서버가 처리합니다. 사용자 데이터는 PostgreSQL에 저장하며 연결이 끊기면 변경 내용을 기기에 암호화해 임시 보관하고 다시 연결되면 전송합니다.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Demo.command로 준비합니다. 보조 키보드로 “please prepare demo slides by friday”를 입력해 번역을 보여주고, 대화를 종료해 요약을 확인한 뒤 할 일 근거를 검토합니다. 화면은 가상 시연 데이터입니다. 실제 휴대전화·마이크·청취 검증은 보류 중이므로 이번 시연은 텍스트 입력으로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353312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대화에서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일까지.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85800" y="34290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4389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번역  ·  기록  ·  요약  ·  할 일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13232" y="5833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Android · iOS</a:t>
            </a:r>
            <a:endParaRPr lang="en-US" sz="1800" dirty="0"/>
          </a:p>
        </p:txBody>
      </p:sp>
      <p:pic>
        <p:nvPicPr>
          <p:cNvPr id="9" name="Image 0" descr="/Users/molla/UC/4-2/AI/middle_test/SpeechBridge/presentation/assets/talk.png">    </p:cNvPr>
          <p:cNvPicPr>
            <a:picLocks noChangeAspect="1"/>
          </p:cNvPicPr>
          <p:nvPr/>
        </p:nvPicPr>
        <p:blipFill>
          <a:blip r:embed="rId1"/>
          <a:srcRect l="0" r="0" t="6173" b="0"/>
          <a:stretch/>
        </p:blipFill>
        <p:spPr>
          <a:xfrm>
            <a:off x="8458200" y="411480"/>
            <a:ext cx="294894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말하고, 번역하고, 듣기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00" dirty="0"/>
          </a:p>
        </p:txBody>
      </p:sp>
      <p:pic>
        <p:nvPicPr>
          <p:cNvPr id="6" name="Image 0" descr="/Users/molla/UC/4-2/AI/middle_test/SpeechBridge/presentation/assets/translation.png">    </p:cNvPr>
          <p:cNvPicPr>
            <a:picLocks noChangeAspect="1"/>
          </p:cNvPicPr>
          <p:nvPr/>
        </p:nvPicPr>
        <p:blipFill>
          <a:blip r:embed="rId1"/>
          <a:srcRect l="0" r="0" t="6173" b="0"/>
          <a:stretch/>
        </p:blipFill>
        <p:spPr>
          <a:xfrm>
            <a:off x="8321040" y="914400"/>
            <a:ext cx="2697480" cy="5394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965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 중심 입력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85800" y="28803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 · 영어 · 일본어</a:t>
            </a:r>
            <a:endParaRPr lang="en-US" sz="2900" dirty="0"/>
          </a:p>
        </p:txBody>
      </p:sp>
      <p:sp>
        <p:nvSpPr>
          <p:cNvPr id="9" name="Text 5"/>
          <p:cNvSpPr/>
          <p:nvPr/>
        </p:nvSpPr>
        <p:spPr>
          <a:xfrm>
            <a:off x="68580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번역 자동 읽기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85800" y="4800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설정에서 끄기 · 수동 듣기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대화는 기록으로, 내용은 요약으로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000" dirty="0"/>
          </a:p>
        </p:txBody>
      </p:sp>
      <p:pic>
        <p:nvPicPr>
          <p:cNvPr id="6" name="Image 0" descr="/Users/molla/UC/4-2/AI/middle_test/SpeechBridge/presentation/assets/history.png">    </p:cNvPr>
          <p:cNvPicPr>
            <a:picLocks noChangeAspect="1"/>
          </p:cNvPicPr>
          <p:nvPr/>
        </p:nvPicPr>
        <p:blipFill>
          <a:blip r:embed="rId1"/>
          <a:srcRect l="0" r="0" t="6173" b="0"/>
          <a:stretch/>
        </p:blipFill>
        <p:spPr>
          <a:xfrm>
            <a:off x="640080" y="1737360"/>
            <a:ext cx="2263140" cy="4526280"/>
          </a:xfrm>
          <a:prstGeom prst="rect">
            <a:avLst/>
          </a:prstGeom>
        </p:spPr>
      </p:pic>
      <p:pic>
        <p:nvPicPr>
          <p:cNvPr id="7" name="Image 1" descr="/Users/molla/UC/4-2/AI/middle_test/SpeechBridge/presentation/assets/summary.png">    </p:cNvPr>
          <p:cNvPicPr>
            <a:picLocks noChangeAspect="1"/>
          </p:cNvPicPr>
          <p:nvPr/>
        </p:nvPicPr>
        <p:blipFill>
          <a:blip r:embed="rId2"/>
          <a:srcRect l="0" r="0" t="6173" b="0"/>
          <a:stretch/>
        </p:blipFill>
        <p:spPr>
          <a:xfrm>
            <a:off x="3154680" y="1737360"/>
            <a:ext cx="2263140" cy="45262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932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저장 · 종료 후 요약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5989320" y="3383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일상 / 업무 / 업무 폴더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5989320" y="4663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이후 편집은 직접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일은 원문을 확인하고 관리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000" dirty="0"/>
          </a:p>
        </p:txBody>
      </p:sp>
      <p:pic>
        <p:nvPicPr>
          <p:cNvPr id="6" name="Image 0" descr="/Users/molla/UC/4-2/AI/middle_test/SpeechBridge/presentation/assets/evidence.png">    </p:cNvPr>
          <p:cNvPicPr>
            <a:picLocks noChangeAspect="1"/>
          </p:cNvPicPr>
          <p:nvPr/>
        </p:nvPicPr>
        <p:blipFill>
          <a:blip r:embed="rId1"/>
          <a:srcRect l="0" r="0" t="6173" b="0"/>
          <a:stretch/>
        </p:blipFill>
        <p:spPr>
          <a:xfrm>
            <a:off x="640080" y="1691640"/>
            <a:ext cx="2286000" cy="4572000"/>
          </a:xfrm>
          <a:prstGeom prst="rect">
            <a:avLst/>
          </a:prstGeom>
        </p:spPr>
      </p:pic>
      <p:pic>
        <p:nvPicPr>
          <p:cNvPr id="7" name="Image 1" descr="/Users/molla/UC/4-2/AI/middle_test/SpeechBridge/presentation/assets/tasks.png">    </p:cNvPr>
          <p:cNvPicPr>
            <a:picLocks noChangeAspect="1"/>
          </p:cNvPicPr>
          <p:nvPr/>
        </p:nvPicPr>
        <p:blipFill>
          <a:blip r:embed="rId2"/>
          <a:srcRect l="0" r="0" t="6173" b="0"/>
          <a:stretch/>
        </p:blipFill>
        <p:spPr>
          <a:xfrm>
            <a:off x="3200400" y="1691640"/>
            <a:ext cx="2286000" cy="4572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3504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원문 근거 확인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6035040" y="3474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검토 → 등록 → 완료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6035040" y="4754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일과 대화 기록 연결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모델별 역할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896112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86537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Nemotron 3.5 ASR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504688" y="1865376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 인식 · 언어 감지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10881360" cy="896112"/>
          </a:xfrm>
          <a:prstGeom prst="roundRect">
            <a:avLst>
              <a:gd name="adj" fmla="val 20408"/>
            </a:avLst>
          </a:prstGeom>
          <a:solidFill>
            <a:srgbClr val="DFE5FF"/>
          </a:solidFill>
          <a:ln w="12700">
            <a:solidFill>
              <a:srgbClr val="DFE5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94436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TranslateGemma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504688" y="2944368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대화 번역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40080" y="3849624"/>
            <a:ext cx="10881360" cy="896112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402336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4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5504688" y="4023360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제목 · 분류 · 요약 · 할 일 추출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640080" y="4928616"/>
            <a:ext cx="10881360" cy="896112"/>
          </a:xfrm>
          <a:prstGeom prst="roundRect">
            <a:avLst>
              <a:gd name="adj" fmla="val 20408"/>
            </a:avLst>
          </a:prstGeom>
          <a:solidFill>
            <a:srgbClr val="DFE5FF"/>
          </a:solidFill>
          <a:ln w="12700">
            <a:solidFill>
              <a:srgbClr val="DFE5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510235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Qwen3-TTS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5504688" y="5102352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번역문 음성 합성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앱은 휴대전화에서, AI는 Mac에서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346704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262432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 앱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77824" y="3474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Android · iOS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02336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416552" y="2194560"/>
            <a:ext cx="3346704" cy="2103120"/>
          </a:xfrm>
          <a:prstGeom prst="roundRect">
            <a:avLst>
              <a:gd name="adj" fmla="val 8696"/>
            </a:avLst>
          </a:prstGeom>
          <a:solidFill>
            <a:srgbClr val="DFE5FF"/>
          </a:solidFill>
          <a:ln w="12700">
            <a:solidFill>
              <a:srgbClr val="DFE5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54296" y="262432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Mac 서버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654296" y="3474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 인증 · AI 처리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99832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8193024" y="2194560"/>
            <a:ext cx="3346704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0768" y="262432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PostgreSQL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8430768" y="3474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계정별 기록 저장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77240" y="5166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연결이 복구되면 자동 동기화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SpeechBridge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번역에서 할 일까지, 직접 시연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539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“please prepare demo slides by friday”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33832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번역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526280" y="3291840"/>
            <a:ext cx="33832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0600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기록·요약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321040" y="3291840"/>
            <a:ext cx="33832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95360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9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일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31520" y="62179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B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텍스트 입력으로 시연 · 실기기·마이크·청취 검증은 보류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SpeechBridge — 번역에서 할 일까지</dc:title>
  <dc:subject>학교 과제 · 앱 소개와 시연</dc:subject>
  <dc:creator>SpeechBridge</dc:creator>
  <cp:lastModifiedBy>SpeechBridge</cp:lastModifiedBy>
  <cp:revision>1</cp:revision>
  <dcterms:created xsi:type="dcterms:W3CDTF">2026-10-19T02:15:29Z</dcterms:created>
  <dcterms:modified xsi:type="dcterms:W3CDTF">2026-10-19T02:15:29Z</dcterms:modified>
</cp:coreProperties>
</file>