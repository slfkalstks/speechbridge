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SpeechBridge는 대화를 번역하고 기록·요약·할 일로 이어주는 앱입니다. Android와 iOS에서 사용할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언어를 선택하고 마이크로 녹음한 뒤 번역합니다. 한국어·영어·일본어를 지원합니다. 새 번역은 자동으로 읽어줍니다. 자동 읽기는 설정에서 끌 수 있습니다. 오른쪽 화면은 직접 입력한 문장의 번역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대화는 자동으로 저장됩니다. 대화가 끝나면 AI가 제목을 붙이고 분류와 요약을 정리합니다. 이후에는 사용자가 직접 수정합니다. 일상·업무·업무 폴더로 기록을 찾을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대화에서 찾은 할 일 후보는 원문을 확인한 뒤 등록하고 완료합니다. 할 일에서 원래 기록으로 돌아갈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Nemotron은 음성 인식, TranslateGemma는 번역, Gemma 4는 기록 정리, Qwen3-TTS는 번역문 음성 합성을 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모바일 앱 ↔ 서버의 Node.js HTTP API ↔ 서버 내부 AI 처리·PostgreSQL.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Demo.command를 실행해 시연을 준비합니다. 보조 키보드로 “please prepare demo slides by friday”를 입력해 번역을 보여주고 대화를 종료해 요약을 확인한 뒤 할 일 근거를 검토합니다. 화면에 나온 내용은 시연용 가상 데이터입니다. 실제 휴대전화·마이크·청취 검증은 보류 중이라 이번에는 텍스트를 입력해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1353312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대화에서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일까지.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4389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 ·  기록  ·  요약  ·  할 일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13232" y="5833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1800" dirty="0"/>
          </a:p>
        </p:txBody>
      </p:sp>
      <p:pic>
        <p:nvPicPr>
          <p:cNvPr id="9" name="Image 0" descr="/Users/molla/UC/4-2/AI/middle_test/SpeechBridge/presentation/assets/talk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458200" y="411480"/>
            <a:ext cx="294894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입력·번역·읽어주기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translation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321040" y="914400"/>
            <a:ext cx="2697480" cy="5394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" y="1965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중심 입력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5800" y="28803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한국어 · 영어 · 일본어</a:t>
            </a:r>
            <a:endParaRPr lang="en-US" sz="2900" dirty="0"/>
          </a:p>
        </p:txBody>
      </p:sp>
      <p:sp>
        <p:nvSpPr>
          <p:cNvPr id="9" name="Text 5"/>
          <p:cNvSpPr/>
          <p:nvPr/>
        </p:nvSpPr>
        <p:spPr>
          <a:xfrm>
            <a:off x="685800" y="4114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번역 자동 읽기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8580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설정에서 끄기 · 수동 듣기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기록과 요약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history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737360"/>
            <a:ext cx="2263140" cy="452628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summary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154680" y="1737360"/>
            <a:ext cx="2263140" cy="45262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8932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저장 · 종료 후 요약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5989320" y="33832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일상 / 업무 / 업무 폴더</a:t>
            </a:r>
            <a:endParaRPr lang="en-US" sz="2700" dirty="0"/>
          </a:p>
        </p:txBody>
      </p:sp>
      <p:sp>
        <p:nvSpPr>
          <p:cNvPr id="10" name="Text 5"/>
          <p:cNvSpPr/>
          <p:nvPr/>
        </p:nvSpPr>
        <p:spPr>
          <a:xfrm>
            <a:off x="5989320" y="4663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이후 편집은 직접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관리와 원문 확인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evidence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691640"/>
            <a:ext cx="2286000" cy="457200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tasks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200400" y="1691640"/>
            <a:ext cx="2286000" cy="4572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3504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원문 근거 확인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6035040" y="3474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검토 → 등록 → 완료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6035040" y="4754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일과 대화 기록 연결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모델별 역할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18653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Nemotron 3.5 ASR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504688" y="1865376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언어 감지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944368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TranslateGemma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5504688" y="2944368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번역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40080" y="3849624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402336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Gemma 4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5504688" y="4023360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제목 · 분류 · 요약 · 할 일 추출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640080" y="4928616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510235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Qwen3-TTS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5504688" y="5102352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번역문 음성 합성</a:t>
            </a:r>
            <a:endParaRPr lang="en-US" sz="2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아키텍처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090672" y="1536192"/>
            <a:ext cx="8503920" cy="4608576"/>
          </a:xfrm>
          <a:prstGeom prst="roundRect">
            <a:avLst>
              <a:gd name="adj" fmla="val 396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29000" y="1792224"/>
            <a:ext cx="7680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 서버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94360" y="2359152"/>
            <a:ext cx="1883664" cy="2770632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61872" y="2688336"/>
            <a:ext cx="548640" cy="7955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40539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26464" y="3364992"/>
            <a:ext cx="219456" cy="0"/>
          </a:xfrm>
          <a:prstGeom prst="line">
            <a:avLst/>
          </a:prstGeom>
          <a:noFill/>
          <a:ln w="25400">
            <a:solidFill>
              <a:srgbClr val="4053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58952" y="367588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 앱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758952" y="42611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· 텍스트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1520" y="4681728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· 기록 · 할 일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447288" y="2459736"/>
            <a:ext cx="7781544" cy="1289304"/>
          </a:xfrm>
          <a:prstGeom prst="roundRect">
            <a:avLst>
              <a:gd name="adj" fmla="val 14184"/>
            </a:avLst>
          </a:prstGeom>
          <a:solidFill>
            <a:srgbClr val="405394"/>
          </a:solidFill>
          <a:ln w="12700">
            <a:solidFill>
              <a:srgbClr val="405394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85032" y="2633472"/>
            <a:ext cx="1536192" cy="502920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nodej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3005" y="2715768"/>
            <a:ext cx="1100246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57600" y="3264408"/>
            <a:ext cx="15910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 API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5596128" y="270662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번역 · 음성 합성</a:t>
            </a:r>
            <a:endParaRPr lang="en-US" sz="2300" dirty="0"/>
          </a:p>
        </p:txBody>
      </p:sp>
      <p:sp>
        <p:nvSpPr>
          <p:cNvPr id="19" name="Text 15"/>
          <p:cNvSpPr/>
          <p:nvPr/>
        </p:nvSpPr>
        <p:spPr>
          <a:xfrm>
            <a:off x="5596128" y="326440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회원 인증 · 기록 동기화 · 할 일 추출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2523744" y="3118104"/>
            <a:ext cx="877824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21" name="Text 17"/>
          <p:cNvSpPr/>
          <p:nvPr/>
        </p:nvSpPr>
        <p:spPr>
          <a:xfrm>
            <a:off x="2532888" y="2761488"/>
            <a:ext cx="859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2514600" y="3337560"/>
            <a:ext cx="896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요청 · 응답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90288" y="3794760"/>
            <a:ext cx="0" cy="749808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24" name="Text 20"/>
          <p:cNvSpPr/>
          <p:nvPr/>
        </p:nvSpPr>
        <p:spPr>
          <a:xfrm>
            <a:off x="4727448" y="410565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· 텍스트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47288" y="4590288"/>
            <a:ext cx="2276856" cy="1225296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42632" y="3794760"/>
            <a:ext cx="0" cy="749808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27" name="Text 23"/>
          <p:cNvSpPr/>
          <p:nvPr/>
        </p:nvSpPr>
        <p:spPr>
          <a:xfrm>
            <a:off x="7479792" y="410565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· AI 결과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199632" y="4590288"/>
            <a:ext cx="2276856" cy="1225296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0094976" y="3794760"/>
            <a:ext cx="0" cy="749808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0" name="Text 26"/>
          <p:cNvSpPr/>
          <p:nvPr/>
        </p:nvSpPr>
        <p:spPr>
          <a:xfrm>
            <a:off x="10232136" y="410565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계정 · 기록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8951976" y="4590288"/>
            <a:ext cx="2276856" cy="1225296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630168" y="4754880"/>
            <a:ext cx="191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AI</a:t>
            </a:r>
            <a:endParaRPr lang="en-US" sz="2300" dirty="0"/>
          </a:p>
        </p:txBody>
      </p:sp>
      <p:sp>
        <p:nvSpPr>
          <p:cNvPr id="33" name="Text 29"/>
          <p:cNvSpPr/>
          <p:nvPr/>
        </p:nvSpPr>
        <p:spPr>
          <a:xfrm>
            <a:off x="3630168" y="5221224"/>
            <a:ext cx="1911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NeMo-Speech.cpp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MLX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382512" y="4754880"/>
            <a:ext cx="191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AI</a:t>
            </a:r>
            <a:endParaRPr lang="en-US" sz="2300" dirty="0"/>
          </a:p>
        </p:txBody>
      </p:sp>
      <p:sp>
        <p:nvSpPr>
          <p:cNvPr id="35" name="Text 31"/>
          <p:cNvSpPr/>
          <p:nvPr/>
        </p:nvSpPr>
        <p:spPr>
          <a:xfrm>
            <a:off x="6382512" y="5312664"/>
            <a:ext cx="191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Ollama API</a:t>
            </a:r>
            <a:endParaRPr lang="en-US" sz="2300" dirty="0"/>
          </a:p>
        </p:txBody>
      </p:sp>
      <p:pic>
        <p:nvPicPr>
          <p:cNvPr id="36" name="Image 1" descr="postgresq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1267" y="4718304"/>
            <a:ext cx="638274" cy="658368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9134856" y="54681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사용해 보기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“please prepare demo slides by friday”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73152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52628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0060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80060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기록·요약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832104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3152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입력으로 시연 · 실기기·마이크·청취 검증은 보류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SpeechBridge — 번역에서 할 일까지</dc:title>
  <dc:subject>학교 과제 · 앱 소개와 시연</dc:subject>
  <dc:creator>SpeechBridge</dc:creator>
  <cp:lastModifiedBy>SpeechBridge</cp:lastModifiedBy>
  <cp:revision>1</cp:revision>
  <dcterms:created xsi:type="dcterms:W3CDTF">2026-10-19T02:53:29Z</dcterms:created>
  <dcterms:modified xsi:type="dcterms:W3CDTF">2026-10-19T02:53:29Z</dcterms:modified>
</cp:coreProperties>
</file>