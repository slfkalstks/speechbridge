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모바일 앱 ↔ MacBook 서버: Node.js HTTP API ↔ Ollama API / NeMo-Speech.cpp / Python·MLX / PostgreSQL. 회원 인증·음성 인식·번역·음성 합성·할 일 추출·기록 동기화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971800" y="1508760"/>
            <a:ext cx="8641080" cy="4800600"/>
          </a:xfrm>
          <a:prstGeom prst="roundRect">
            <a:avLst>
              <a:gd name="adj" fmla="val 3810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64408" y="170078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MacBook 서버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1874520" cy="173736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7008" y="3072384"/>
            <a:ext cx="530352" cy="73152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25400">
            <a:solidFill>
              <a:srgbClr val="40539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62456" y="3694176"/>
            <a:ext cx="219456" cy="0"/>
          </a:xfrm>
          <a:prstGeom prst="line">
            <a:avLst/>
          </a:prstGeom>
          <a:noFill/>
          <a:ln w="25400">
            <a:solidFill>
              <a:srgbClr val="4053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0050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3328416" y="2304288"/>
            <a:ext cx="3767328" cy="3648456"/>
          </a:xfrm>
          <a:prstGeom prst="roundRect">
            <a:avLst>
              <a:gd name="adj" fmla="val 501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0" descr="nodej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2736" y="2665057"/>
            <a:ext cx="1225296" cy="36659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02352" y="2606040"/>
            <a:ext cx="167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서버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3630168" y="333756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 API</a:t>
            </a:r>
            <a:endParaRPr lang="en-US" sz="2300" dirty="0"/>
          </a:p>
        </p:txBody>
      </p:sp>
      <p:sp>
        <p:nvSpPr>
          <p:cNvPr id="16" name="Text 12"/>
          <p:cNvSpPr/>
          <p:nvPr/>
        </p:nvSpPr>
        <p:spPr>
          <a:xfrm>
            <a:off x="3630168" y="39776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API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3630168" y="42885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API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3630168" y="45994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API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3630168" y="491032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합성 API</a:t>
            </a:r>
            <a:endParaRPr lang="en-US" sz="1900" dirty="0"/>
          </a:p>
        </p:txBody>
      </p:sp>
      <p:sp>
        <p:nvSpPr>
          <p:cNvPr id="20" name="Text 16"/>
          <p:cNvSpPr/>
          <p:nvPr/>
        </p:nvSpPr>
        <p:spPr>
          <a:xfrm>
            <a:off x="3630168" y="52212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추출 API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3630168" y="55321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 동기화 API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8449056" y="2304288"/>
            <a:ext cx="2807208" cy="987552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77656" y="2624328"/>
            <a:ext cx="235915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Ollama API</a:t>
            </a:r>
            <a:endParaRPr lang="en-US" sz="2500" dirty="0"/>
          </a:p>
        </p:txBody>
      </p:sp>
      <p:sp>
        <p:nvSpPr>
          <p:cNvPr id="24" name="Shape 20"/>
          <p:cNvSpPr/>
          <p:nvPr/>
        </p:nvSpPr>
        <p:spPr>
          <a:xfrm>
            <a:off x="8449056" y="3630168"/>
            <a:ext cx="2807208" cy="987552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677656" y="378561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NeMo-Speech.cpp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8677656" y="4178808"/>
            <a:ext cx="23591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MLX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8449056" y="4956048"/>
            <a:ext cx="2807208" cy="996696"/>
          </a:xfrm>
          <a:prstGeom prst="roundRect">
            <a:avLst>
              <a:gd name="adj" fmla="val 183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1" descr="postgresq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402" y="5111496"/>
            <a:ext cx="664869" cy="6858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9500616" y="5276088"/>
            <a:ext cx="15727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100" dirty="0"/>
          </a:p>
        </p:txBody>
      </p:sp>
      <p:sp>
        <p:nvSpPr>
          <p:cNvPr id="30" name="Shape 25"/>
          <p:cNvSpPr/>
          <p:nvPr/>
        </p:nvSpPr>
        <p:spPr>
          <a:xfrm>
            <a:off x="2459736" y="3694176"/>
            <a:ext cx="832104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1" name="Text 26"/>
          <p:cNvSpPr/>
          <p:nvPr/>
        </p:nvSpPr>
        <p:spPr>
          <a:xfrm>
            <a:off x="2468880" y="3310128"/>
            <a:ext cx="81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HTTPS</a:t>
            </a:r>
            <a:endParaRPr lang="en-US" sz="1300" dirty="0"/>
          </a:p>
        </p:txBody>
      </p:sp>
      <p:sp>
        <p:nvSpPr>
          <p:cNvPr id="32" name="Shape 27"/>
          <p:cNvSpPr/>
          <p:nvPr/>
        </p:nvSpPr>
        <p:spPr>
          <a:xfrm>
            <a:off x="7141464" y="2798064"/>
            <a:ext cx="1261872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3" name="Text 28"/>
          <p:cNvSpPr/>
          <p:nvPr/>
        </p:nvSpPr>
        <p:spPr>
          <a:xfrm>
            <a:off x="7196328" y="244144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· 결과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141464" y="4123944"/>
            <a:ext cx="1261872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5" name="Text 30"/>
          <p:cNvSpPr/>
          <p:nvPr/>
        </p:nvSpPr>
        <p:spPr>
          <a:xfrm>
            <a:off x="7196328" y="376732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· 텍스트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7141464" y="5449824"/>
            <a:ext cx="1261872" cy="0"/>
          </a:xfrm>
          <a:prstGeom prst="line">
            <a:avLst/>
          </a:prstGeom>
          <a:noFill/>
          <a:ln w="20320">
            <a:solidFill>
              <a:srgbClr val="405394"/>
            </a:solidFill>
            <a:prstDash val="solid"/>
            <a:headEnd type="triangle"/>
            <a:tailEnd type="triangle"/>
          </a:ln>
        </p:spPr>
      </p:sp>
      <p:sp>
        <p:nvSpPr>
          <p:cNvPr id="37" name="Text 32"/>
          <p:cNvSpPr/>
          <p:nvPr/>
        </p:nvSpPr>
        <p:spPr>
          <a:xfrm>
            <a:off x="7196328" y="5093208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 · 기록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2026-10-19T02:49:00Z</dcterms:created>
  <dcterms:modified xsi:type="dcterms:W3CDTF">2026-10-19T02:49:00Z</dcterms:modified>
</cp:coreProperties>
</file>